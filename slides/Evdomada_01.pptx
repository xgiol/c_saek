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371600" cy="13716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ΕΒΔΟΜΑΔΑ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στη C — Δομή Προγράμματος, printf, Σχόλια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πρώτο μας βήμα στον προγραμματισμό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 — Αλγοριθμική και Δομές Δεδομένων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Ατζέντα Μαθήματος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Λίγη ιστορία: ποιος έφτιαξε τη C και γιατί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«μεταφράζεται» ο κώδικας σε πρόγραμμα (compilation)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πρώτο μας πρόγραμμα: Hello World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09651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96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Σχόλια στον κώδικα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19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7091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Μορφοποίηση εξόδου με printf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5742432"/>
            <a:ext cx="402336" cy="40233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742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5321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Δομή ενός απλού προγράμματος 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είναι η Αλγοριθμική Σκέψη;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Πρόβλημα: μια κατάσταση που χρειάζεται λύση, η οποία δεν είναι προφανής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Αλγόριθμος: πεπερασμένη σειρά βημάτων που λύνει το πρόβλημα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Πρόγραμμα: η υλοποίηση ενός αλγορίθμου σε γλώσσα προγραμματισμού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Θυμηθείτε: Αλγόριθμοι + Δομές Δεδομένων = Προγράμματα (N. Wirth, 1976)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Ιστορία της C (πολύ σύντομα)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1969-1973: Dennis Ritchie, Bell Labs — δημιουργείται η C για το UNIX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1978: εκδίδεται το βιβλίο «The C Programming Language» (K&amp;R)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 / 1999 / 2011: επίσημες προτυποποιήσεις C89, C99, C11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Φέτος μελετάμε το πρότυπο C11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Επιρροή: η C αποτέλεσε τη βάση για C++, Java, C#, και πολλές άλλες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Χαρακτηριστικά της 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Μεταγλωττιζόμενη (compiled), όχι διερμηνευόμενη γλώσσα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Χαμηλού επιπέδου πρόσβαση στη μνήμη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Πολύ αποδοτική — «γρήγορος» κώδικας μηχανής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Φορητή σε πολλές πλατφόρμες (Windows, Linux, macOS...)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Παραδείγματα: ο πυρήνας του Linux, το Git, η MySQL, η Python είναι γραμμένα σε 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Μεταγλωττιστής vs Διερμηνέας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49240" cy="5120640"/>
          </a:xfrm>
          <a:prstGeom prst="roundRect">
            <a:avLst>
              <a:gd name="adj" fmla="val 1071"/>
            </a:avLst>
          </a:prstGeom>
          <a:solidFill>
            <a:srgbClr val="E8EE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(π.χ. C)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Μετατρέπει ΟΛΟ τον κώδικα σε εκτελέσιμο αρχείο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μετάφραση γίνεται ΠΡΙΝ την εκτέλεση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Πολύ γρήγορη εκτέλεση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υπάρχει λάθος, ΔΕΝ τρέχει τίποτα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349240" cy="5120640"/>
          </a:xfrm>
          <a:prstGeom prst="roundRect">
            <a:avLst>
              <a:gd name="adj" fmla="val 1071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3716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(π.χ. Python)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Εκτελεί εντολή-εντολή, «στον αέρα»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παράγει ξεχωριστό εκτελέσιμο αρχείο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Πιο αργή εκτέλεση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Μπορεί να τρέξει μέρος του κώδικα πριν σκάσει σε λάθος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Διαδικασία Μεταγλώττισης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Προεπεξεργασία (Preprocessing): #include, #define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Μεταγλώττιση (Compilation): μετατροπή σε assembly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Συναρμολόγηση (Assembly): μετατροπή σε object code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Σύνδεση (Linking): ένωση με βιβλιοθήκες → τελικό εκτελέσιμο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μάθημά μας, όλα αυτά γίνονται αυτόματα με ΕΝΑ εργαλείο: το CMake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Πρώτο μας Πρόγραμμα: Hello World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6949440" cy="5166360"/>
          </a:xfrm>
          <a:prstGeom prst="roundRect">
            <a:avLst>
              <a:gd name="adj" fmla="val 1416"/>
            </a:avLst>
          </a:prstGeom>
          <a:solidFill>
            <a:srgbClr val="0F1B2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298448"/>
            <a:ext cx="146304" cy="146304"/>
          </a:xfrm>
          <a:prstGeom prst="ellipse">
            <a:avLst/>
          </a:prstGeom>
          <a:solidFill>
            <a:srgbClr val="E0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298448"/>
            <a:ext cx="146304" cy="146304"/>
          </a:xfrm>
          <a:prstGeom prst="ellipse">
            <a:avLst/>
          </a:prstGeom>
          <a:solidFill>
            <a:srgbClr val="E5C158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298448"/>
            <a:ext cx="146304" cy="146304"/>
          </a:xfrm>
          <a:prstGeom prst="ellipse">
            <a:avLst/>
          </a:prstGeom>
          <a:solidFill>
            <a:srgbClr val="6BC46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27632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printf("Hello World\n");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1234440"/>
            <a:ext cx="3886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#include: φέρνει τη βιβλιοθήκη εισόδου/εξόδου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main(): το σημείο εκκίνησης κάθε προγράμματος C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}: οριοθετούν το σώμα της συνάρτησης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printf(): τυπώνει κείμενο στην οθόνη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\n: αλλαγή γραμμής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0: το πρόγραμμα τελείωσε επιτυχώς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Σχόλια (Comments)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Αγνοούνται ΕΝΤΕΛΩΣ από τον μεταγλωττιστή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Υπάρχουν αποκλειστικά για τον άνθρωπο που διαβάζει τον κώδικα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Σχόλιο μίας γραμμής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Σχόλιο πολλών γραμμών */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Καλή πρακτική: εξηγήστε το «γιατί», όχι μόνο το «τι»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Ακολουθίες Διαφυγής (Escape Sequences)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Ακολουθία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Σημασία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Αλλαγή γραμμής (newline)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Οριζόντιο κενό (tab)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Εισαγωγικό μέσα σε κείμενο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\\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 χαρακτήρας backslash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Δομή ενός Απλού Προγράμματος 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Οδηγίες προεπεξεργαστή (#include, #define) στην κορυφή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Η συνάρτηση main() — σημείο εκκίνησης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Δηλώσεις μεταβλητών (θα τις δούμε στην Εβδομάδα 2)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Εκτελέσιμες εντολές, μία ανά γραμμή, με ερωτηματικό (;) στο τέλος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Η εντολή return, που τερματίζει το πρόγραμμα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Πιο συχνό λάθος αρχαρίων: να ξεχάσουν το ερωτηματικό!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Περιβάλλοντα Ανάπτυξης (IDE)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274320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= Editor + Compiler + Debugger σε ένα πακέτο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replit.com, OnlineGDB.com, pythontutor.com/c.html</a:t>
            </a:r>
            <a:endParaRPr lang="en-US" sz="18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εγκατάσταση: Code::Blocks, Dev-C++, Visual Studio Code</a:t>
            </a:r>
            <a:endParaRPr lang="en-US" sz="1800" dirty="0"/>
          </a:p>
          <a:p>
            <a:pPr lvl="1" marL="508000" indent="-254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αυτό το μάθημα: ενιαίο σύστημα CMake, ίδιο σε Windows/macOS/Linux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Ανακεφαλαίωση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C είναι μεταγλωττιζόμενη γλώσσα χαμηλού επιπέδου, βάση πολλών σύγχρονων γλωσσών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πρόγραμμα ξεκινά από τη συνάρτηση main()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printf() τυπώνει μορφοποιημένο κείμενο στην οθόνη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σχόλια (// και /* */) βοηθούν στην κατανόηση του κώδικα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✓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εντολή τελειώνει με ερωτηματικό (;)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56235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Εργαστήριο: exercises/week01_askiseis.md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Εβδομάδα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6510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Γλώσσα Προγραμματισμού Ι (C11)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2026-08-07T10:59:05Z</dcterms:created>
  <dcterms:modified xsi:type="dcterms:W3CDTF">2026-08-07T10:59:05Z</dcterms:modified>
</cp:coreProperties>
</file>